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2" r:id="rId3"/>
    <p:sldId id="263" r:id="rId4"/>
    <p:sldId id="260" r:id="rId5"/>
    <p:sldId id="264" r:id="rId6"/>
    <p:sldId id="265" r:id="rId7"/>
    <p:sldId id="26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8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a Puliyath" userId="aa942e07-eb5c-4b68-b343-6c83e3c3ed9f" providerId="ADAL" clId="{406EA32E-DCD0-4245-8EB1-71E3EE502CB6}"/>
    <pc:docChg chg="undo custSel addSld delSld modSld">
      <pc:chgData name="Smitha Puliyath" userId="aa942e07-eb5c-4b68-b343-6c83e3c3ed9f" providerId="ADAL" clId="{406EA32E-DCD0-4245-8EB1-71E3EE502CB6}" dt="2026-05-12T10:51:26.559" v="581" actId="22"/>
      <pc:docMkLst>
        <pc:docMk/>
      </pc:docMkLst>
      <pc:sldChg chg="addSp delSp modSp new mod">
        <pc:chgData name="Smitha Puliyath" userId="aa942e07-eb5c-4b68-b343-6c83e3c3ed9f" providerId="ADAL" clId="{406EA32E-DCD0-4245-8EB1-71E3EE502CB6}" dt="2026-05-03T16:23:03.413" v="142" actId="20577"/>
        <pc:sldMkLst>
          <pc:docMk/>
          <pc:sldMk cId="3514559405" sldId="260"/>
        </pc:sldMkLst>
        <pc:spChg chg="mod">
          <ac:chgData name="Smitha Puliyath" userId="aa942e07-eb5c-4b68-b343-6c83e3c3ed9f" providerId="ADAL" clId="{406EA32E-DCD0-4245-8EB1-71E3EE502CB6}" dt="2026-05-03T16:23:03.413" v="142" actId="20577"/>
          <ac:spMkLst>
            <pc:docMk/>
            <pc:sldMk cId="3514559405" sldId="260"/>
            <ac:spMk id="2" creationId="{9280F57E-9EEF-F197-60F9-3D4489D7FDA5}"/>
          </ac:spMkLst>
        </pc:spChg>
        <pc:picChg chg="add mod ord">
          <ac:chgData name="Smitha Puliyath" userId="aa942e07-eb5c-4b68-b343-6c83e3c3ed9f" providerId="ADAL" clId="{406EA32E-DCD0-4245-8EB1-71E3EE502CB6}" dt="2026-05-03T16:08:10.481" v="27" actId="22"/>
          <ac:picMkLst>
            <pc:docMk/>
            <pc:sldMk cId="3514559405" sldId="260"/>
            <ac:picMk id="9" creationId="{8BBB2247-E695-AEA8-C0F1-2FFBE821EBB5}"/>
          </ac:picMkLst>
        </pc:picChg>
      </pc:sldChg>
      <pc:sldChg chg="modSp new mod">
        <pc:chgData name="Smitha Puliyath" userId="aa942e07-eb5c-4b68-b343-6c83e3c3ed9f" providerId="ADAL" clId="{406EA32E-DCD0-4245-8EB1-71E3EE502CB6}" dt="2026-05-03T16:21:17.841" v="57" actId="20577"/>
        <pc:sldMkLst>
          <pc:docMk/>
          <pc:sldMk cId="3531760226" sldId="262"/>
        </pc:sldMkLst>
        <pc:spChg chg="mod">
          <ac:chgData name="Smitha Puliyath" userId="aa942e07-eb5c-4b68-b343-6c83e3c3ed9f" providerId="ADAL" clId="{406EA32E-DCD0-4245-8EB1-71E3EE502CB6}" dt="2026-05-03T16:18:59.604" v="51"/>
          <ac:spMkLst>
            <pc:docMk/>
            <pc:sldMk cId="3531760226" sldId="262"/>
            <ac:spMk id="2" creationId="{3EA0CBC0-0EFE-F52A-C509-42BD02C35610}"/>
          </ac:spMkLst>
        </pc:spChg>
        <pc:spChg chg="mod">
          <ac:chgData name="Smitha Puliyath" userId="aa942e07-eb5c-4b68-b343-6c83e3c3ed9f" providerId="ADAL" clId="{406EA32E-DCD0-4245-8EB1-71E3EE502CB6}" dt="2026-05-03T16:21:17.841" v="57" actId="20577"/>
          <ac:spMkLst>
            <pc:docMk/>
            <pc:sldMk cId="3531760226" sldId="262"/>
            <ac:spMk id="3" creationId="{941B4AF2-E8D8-29DE-D185-C687F23D7A04}"/>
          </ac:spMkLst>
        </pc:spChg>
      </pc:sldChg>
      <pc:sldChg chg="modSp new mod">
        <pc:chgData name="Smitha Puliyath" userId="aa942e07-eb5c-4b68-b343-6c83e3c3ed9f" providerId="ADAL" clId="{406EA32E-DCD0-4245-8EB1-71E3EE502CB6}" dt="2026-05-03T16:22:36.514" v="140" actId="20577"/>
        <pc:sldMkLst>
          <pc:docMk/>
          <pc:sldMk cId="358138725" sldId="263"/>
        </pc:sldMkLst>
        <pc:spChg chg="mod">
          <ac:chgData name="Smitha Puliyath" userId="aa942e07-eb5c-4b68-b343-6c83e3c3ed9f" providerId="ADAL" clId="{406EA32E-DCD0-4245-8EB1-71E3EE502CB6}" dt="2026-05-03T16:21:47.341" v="59"/>
          <ac:spMkLst>
            <pc:docMk/>
            <pc:sldMk cId="358138725" sldId="263"/>
            <ac:spMk id="2" creationId="{9200A39A-4436-F643-4FEA-28BF929E9B9B}"/>
          </ac:spMkLst>
        </pc:spChg>
        <pc:spChg chg="mod">
          <ac:chgData name="Smitha Puliyath" userId="aa942e07-eb5c-4b68-b343-6c83e3c3ed9f" providerId="ADAL" clId="{406EA32E-DCD0-4245-8EB1-71E3EE502CB6}" dt="2026-05-03T16:22:36.514" v="140" actId="20577"/>
          <ac:spMkLst>
            <pc:docMk/>
            <pc:sldMk cId="358138725" sldId="263"/>
            <ac:spMk id="3" creationId="{D9B49307-AE10-8F7A-0412-A6146C33ACD3}"/>
          </ac:spMkLst>
        </pc:spChg>
      </pc:sldChg>
      <pc:sldChg chg="modSp new mod">
        <pc:chgData name="Smitha Puliyath" userId="aa942e07-eb5c-4b68-b343-6c83e3c3ed9f" providerId="ADAL" clId="{406EA32E-DCD0-4245-8EB1-71E3EE502CB6}" dt="2026-05-03T16:32:12.521" v="450" actId="20577"/>
        <pc:sldMkLst>
          <pc:docMk/>
          <pc:sldMk cId="4029014029" sldId="264"/>
        </pc:sldMkLst>
        <pc:spChg chg="mod">
          <ac:chgData name="Smitha Puliyath" userId="aa942e07-eb5c-4b68-b343-6c83e3c3ed9f" providerId="ADAL" clId="{406EA32E-DCD0-4245-8EB1-71E3EE502CB6}" dt="2026-05-03T16:23:33.670" v="144"/>
          <ac:spMkLst>
            <pc:docMk/>
            <pc:sldMk cId="4029014029" sldId="264"/>
            <ac:spMk id="2" creationId="{3F9BAF9D-7B02-5C15-B514-AEF74C5E1E3F}"/>
          </ac:spMkLst>
        </pc:spChg>
        <pc:spChg chg="mod">
          <ac:chgData name="Smitha Puliyath" userId="aa942e07-eb5c-4b68-b343-6c83e3c3ed9f" providerId="ADAL" clId="{406EA32E-DCD0-4245-8EB1-71E3EE502CB6}" dt="2026-05-03T16:32:12.521" v="450" actId="20577"/>
          <ac:spMkLst>
            <pc:docMk/>
            <pc:sldMk cId="4029014029" sldId="264"/>
            <ac:spMk id="3" creationId="{1B9515CD-DFAF-E6F8-3174-1C3D17771B61}"/>
          </ac:spMkLst>
        </pc:spChg>
      </pc:sldChg>
      <pc:sldChg chg="addSp delSp modSp new mod">
        <pc:chgData name="Smitha Puliyath" userId="aa942e07-eb5c-4b68-b343-6c83e3c3ed9f" providerId="ADAL" clId="{406EA32E-DCD0-4245-8EB1-71E3EE502CB6}" dt="2026-05-12T10:51:26.559" v="581" actId="22"/>
        <pc:sldMkLst>
          <pc:docMk/>
          <pc:sldMk cId="980325673" sldId="265"/>
        </pc:sldMkLst>
        <pc:spChg chg="mod">
          <ac:chgData name="Smitha Puliyath" userId="aa942e07-eb5c-4b68-b343-6c83e3c3ed9f" providerId="ADAL" clId="{406EA32E-DCD0-4245-8EB1-71E3EE502CB6}" dt="2026-05-03T16:35:53.648" v="465" actId="20577"/>
          <ac:spMkLst>
            <pc:docMk/>
            <pc:sldMk cId="980325673" sldId="265"/>
            <ac:spMk id="2" creationId="{5F4138DF-0B3D-FAED-BF46-730CC73549F7}"/>
          </ac:spMkLst>
        </pc:spChg>
        <pc:spChg chg="add del mod">
          <ac:chgData name="Smitha Puliyath" userId="aa942e07-eb5c-4b68-b343-6c83e3c3ed9f" providerId="ADAL" clId="{406EA32E-DCD0-4245-8EB1-71E3EE502CB6}" dt="2026-05-12T10:51:26.559" v="581" actId="22"/>
          <ac:spMkLst>
            <pc:docMk/>
            <pc:sldMk cId="980325673" sldId="265"/>
            <ac:spMk id="4" creationId="{B37D6C9E-5F6B-5971-41E8-5D05167EC1C3}"/>
          </ac:spMkLst>
        </pc:spChg>
        <pc:picChg chg="add del mod ord">
          <ac:chgData name="Smitha Puliyath" userId="aa942e07-eb5c-4b68-b343-6c83e3c3ed9f" providerId="ADAL" clId="{406EA32E-DCD0-4245-8EB1-71E3EE502CB6}" dt="2026-05-12T10:50:19.967" v="573" actId="478"/>
          <ac:picMkLst>
            <pc:docMk/>
            <pc:sldMk cId="980325673" sldId="265"/>
            <ac:picMk id="5" creationId="{91C460C7-1B93-0A4A-CAB0-D4F3D643BD63}"/>
          </ac:picMkLst>
        </pc:picChg>
        <pc:picChg chg="add del mod">
          <ac:chgData name="Smitha Puliyath" userId="aa942e07-eb5c-4b68-b343-6c83e3c3ed9f" providerId="ADAL" clId="{406EA32E-DCD0-4245-8EB1-71E3EE502CB6}" dt="2026-05-12T10:51:21.563" v="580" actId="478"/>
          <ac:picMkLst>
            <pc:docMk/>
            <pc:sldMk cId="980325673" sldId="265"/>
            <ac:picMk id="7" creationId="{23FA94C0-0855-7954-6989-CF0CA41ACDAC}"/>
          </ac:picMkLst>
        </pc:picChg>
        <pc:picChg chg="add mod ord">
          <ac:chgData name="Smitha Puliyath" userId="aa942e07-eb5c-4b68-b343-6c83e3c3ed9f" providerId="ADAL" clId="{406EA32E-DCD0-4245-8EB1-71E3EE502CB6}" dt="2026-05-12T10:51:26.559" v="581" actId="22"/>
          <ac:picMkLst>
            <pc:docMk/>
            <pc:sldMk cId="980325673" sldId="265"/>
            <ac:picMk id="9" creationId="{6C6427BB-7BD5-CDA9-558F-D5077469776F}"/>
          </ac:picMkLst>
        </pc:picChg>
      </pc:sldChg>
      <pc:sldChg chg="modSp new mod">
        <pc:chgData name="Smitha Puliyath" userId="aa942e07-eb5c-4b68-b343-6c83e3c3ed9f" providerId="ADAL" clId="{406EA32E-DCD0-4245-8EB1-71E3EE502CB6}" dt="2026-05-03T16:38:49.279" v="571" actId="20577"/>
        <pc:sldMkLst>
          <pc:docMk/>
          <pc:sldMk cId="3100144004" sldId="266"/>
        </pc:sldMkLst>
        <pc:spChg chg="mod">
          <ac:chgData name="Smitha Puliyath" userId="aa942e07-eb5c-4b68-b343-6c83e3c3ed9f" providerId="ADAL" clId="{406EA32E-DCD0-4245-8EB1-71E3EE502CB6}" dt="2026-05-03T16:24:21.395" v="148"/>
          <ac:spMkLst>
            <pc:docMk/>
            <pc:sldMk cId="3100144004" sldId="266"/>
            <ac:spMk id="2" creationId="{46448D74-C648-4C31-B7BE-66DBAB7CE52C}"/>
          </ac:spMkLst>
        </pc:spChg>
        <pc:spChg chg="mod">
          <ac:chgData name="Smitha Puliyath" userId="aa942e07-eb5c-4b68-b343-6c83e3c3ed9f" providerId="ADAL" clId="{406EA32E-DCD0-4245-8EB1-71E3EE502CB6}" dt="2026-05-03T16:38:49.279" v="571" actId="20577"/>
          <ac:spMkLst>
            <pc:docMk/>
            <pc:sldMk cId="3100144004" sldId="266"/>
            <ac:spMk id="3" creationId="{26630216-6DFB-113D-AAE7-8E5F55B2C61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E933E-81C4-DD93-5B47-69C5CB28E3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4A7A6C-57B8-7DAD-D17E-E6120CFEE6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734D6E-EC40-7ECF-4FE4-F57267768F54}"/>
              </a:ext>
            </a:extLst>
          </p:cNvPr>
          <p:cNvSpPr>
            <a:spLocks noGrp="1"/>
          </p:cNvSpPr>
          <p:nvPr>
            <p:ph type="dt" sz="half" idx="10"/>
          </p:nvPr>
        </p:nvSpPr>
        <p:spPr/>
        <p:txBody>
          <a:bodyPr/>
          <a:lstStyle/>
          <a:p>
            <a:fld id="{59A32BC3-6D49-4A55-86C8-7894BD9E47F0}" type="datetimeFigureOut">
              <a:rPr lang="en-US" smtClean="0"/>
              <a:t>5/12/2026</a:t>
            </a:fld>
            <a:endParaRPr lang="en-US"/>
          </a:p>
        </p:txBody>
      </p:sp>
      <p:sp>
        <p:nvSpPr>
          <p:cNvPr id="5" name="Footer Placeholder 4">
            <a:extLst>
              <a:ext uri="{FF2B5EF4-FFF2-40B4-BE49-F238E27FC236}">
                <a16:creationId xmlns:a16="http://schemas.microsoft.com/office/drawing/2014/main" id="{52A65156-9BC9-5ED5-7B53-66DC718654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9E475B-3F1D-95D1-ECBF-205D84001A05}"/>
              </a:ext>
            </a:extLst>
          </p:cNvPr>
          <p:cNvSpPr>
            <a:spLocks noGrp="1"/>
          </p:cNvSpPr>
          <p:nvPr>
            <p:ph type="sldNum" sz="quarter" idx="12"/>
          </p:nvPr>
        </p:nvSpPr>
        <p:spPr/>
        <p:txBody>
          <a:bodyPr/>
          <a:lstStyle/>
          <a:p>
            <a:fld id="{E8047ED3-22DF-44EF-9DFC-E4859EFB7EC4}" type="slidenum">
              <a:rPr lang="en-US" smtClean="0"/>
              <a:t>‹#›</a:t>
            </a:fld>
            <a:endParaRPr lang="en-US"/>
          </a:p>
        </p:txBody>
      </p:sp>
    </p:spTree>
    <p:extLst>
      <p:ext uri="{BB962C8B-B14F-4D97-AF65-F5344CB8AC3E}">
        <p14:creationId xmlns:p14="http://schemas.microsoft.com/office/powerpoint/2010/main" val="1852717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71CE-A33D-1F6A-4CB9-A0BD922312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708D84-2249-74D1-B5BE-3F78F9786D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AE29E-34DF-9589-0752-1A5180CF6A3C}"/>
              </a:ext>
            </a:extLst>
          </p:cNvPr>
          <p:cNvSpPr>
            <a:spLocks noGrp="1"/>
          </p:cNvSpPr>
          <p:nvPr>
            <p:ph type="dt" sz="half" idx="10"/>
          </p:nvPr>
        </p:nvSpPr>
        <p:spPr/>
        <p:txBody>
          <a:bodyPr/>
          <a:lstStyle/>
          <a:p>
            <a:fld id="{59A32BC3-6D49-4A55-86C8-7894BD9E47F0}" type="datetimeFigureOut">
              <a:rPr lang="en-US" smtClean="0"/>
              <a:t>5/12/2026</a:t>
            </a:fld>
            <a:endParaRPr lang="en-US"/>
          </a:p>
        </p:txBody>
      </p:sp>
      <p:sp>
        <p:nvSpPr>
          <p:cNvPr id="5" name="Footer Placeholder 4">
            <a:extLst>
              <a:ext uri="{FF2B5EF4-FFF2-40B4-BE49-F238E27FC236}">
                <a16:creationId xmlns:a16="http://schemas.microsoft.com/office/drawing/2014/main" id="{E7ECB258-6062-5483-DA1C-C87773023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177EA0-2E96-4A19-E059-4B0003D6C425}"/>
              </a:ext>
            </a:extLst>
          </p:cNvPr>
          <p:cNvSpPr>
            <a:spLocks noGrp="1"/>
          </p:cNvSpPr>
          <p:nvPr>
            <p:ph type="sldNum" sz="quarter" idx="12"/>
          </p:nvPr>
        </p:nvSpPr>
        <p:spPr/>
        <p:txBody>
          <a:bodyPr/>
          <a:lstStyle/>
          <a:p>
            <a:fld id="{E8047ED3-22DF-44EF-9DFC-E4859EFB7EC4}" type="slidenum">
              <a:rPr lang="en-US" smtClean="0"/>
              <a:t>‹#›</a:t>
            </a:fld>
            <a:endParaRPr lang="en-US"/>
          </a:p>
        </p:txBody>
      </p:sp>
    </p:spTree>
    <p:extLst>
      <p:ext uri="{BB962C8B-B14F-4D97-AF65-F5344CB8AC3E}">
        <p14:creationId xmlns:p14="http://schemas.microsoft.com/office/powerpoint/2010/main" val="705336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935F8-C80A-6C7B-ADE1-778C90B7DC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826B5E-B68E-A0C0-7D7B-095D78A07C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49AEE9-825F-6F2A-93C7-8610CFB236EB}"/>
              </a:ext>
            </a:extLst>
          </p:cNvPr>
          <p:cNvSpPr>
            <a:spLocks noGrp="1"/>
          </p:cNvSpPr>
          <p:nvPr>
            <p:ph type="dt" sz="half" idx="10"/>
          </p:nvPr>
        </p:nvSpPr>
        <p:spPr/>
        <p:txBody>
          <a:bodyPr/>
          <a:lstStyle/>
          <a:p>
            <a:fld id="{59A32BC3-6D49-4A55-86C8-7894BD9E47F0}" type="datetimeFigureOut">
              <a:rPr lang="en-US" smtClean="0"/>
              <a:t>5/12/2026</a:t>
            </a:fld>
            <a:endParaRPr lang="en-US"/>
          </a:p>
        </p:txBody>
      </p:sp>
      <p:sp>
        <p:nvSpPr>
          <p:cNvPr id="5" name="Footer Placeholder 4">
            <a:extLst>
              <a:ext uri="{FF2B5EF4-FFF2-40B4-BE49-F238E27FC236}">
                <a16:creationId xmlns:a16="http://schemas.microsoft.com/office/drawing/2014/main" id="{95732D65-9CFB-0BA8-ACB1-C72688A9B6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2269B2-050C-C88B-0540-09E2937B3FCE}"/>
              </a:ext>
            </a:extLst>
          </p:cNvPr>
          <p:cNvSpPr>
            <a:spLocks noGrp="1"/>
          </p:cNvSpPr>
          <p:nvPr>
            <p:ph type="sldNum" sz="quarter" idx="12"/>
          </p:nvPr>
        </p:nvSpPr>
        <p:spPr/>
        <p:txBody>
          <a:bodyPr/>
          <a:lstStyle/>
          <a:p>
            <a:fld id="{E8047ED3-22DF-44EF-9DFC-E4859EFB7EC4}" type="slidenum">
              <a:rPr lang="en-US" smtClean="0"/>
              <a:t>‹#›</a:t>
            </a:fld>
            <a:endParaRPr lang="en-US"/>
          </a:p>
        </p:txBody>
      </p:sp>
    </p:spTree>
    <p:extLst>
      <p:ext uri="{BB962C8B-B14F-4D97-AF65-F5344CB8AC3E}">
        <p14:creationId xmlns:p14="http://schemas.microsoft.com/office/powerpoint/2010/main" val="3072200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4AB0B-80CE-239D-CE7C-1B8E0AEFBD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7E5EE8-BCBE-3DFF-E583-98995EA547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2CF5F0-9F76-1146-6C1D-1FF2DF330C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9276F2-DFCF-AD96-D700-0F668E53BAE6}"/>
              </a:ext>
            </a:extLst>
          </p:cNvPr>
          <p:cNvSpPr>
            <a:spLocks noGrp="1"/>
          </p:cNvSpPr>
          <p:nvPr>
            <p:ph type="dt" sz="half" idx="10"/>
          </p:nvPr>
        </p:nvSpPr>
        <p:spPr/>
        <p:txBody>
          <a:bodyPr/>
          <a:lstStyle/>
          <a:p>
            <a:fld id="{59A32BC3-6D49-4A55-86C8-7894BD9E47F0}" type="datetimeFigureOut">
              <a:rPr lang="en-US" smtClean="0"/>
              <a:t>5/12/2026</a:t>
            </a:fld>
            <a:endParaRPr lang="en-US"/>
          </a:p>
        </p:txBody>
      </p:sp>
      <p:sp>
        <p:nvSpPr>
          <p:cNvPr id="6" name="Footer Placeholder 5">
            <a:extLst>
              <a:ext uri="{FF2B5EF4-FFF2-40B4-BE49-F238E27FC236}">
                <a16:creationId xmlns:a16="http://schemas.microsoft.com/office/drawing/2014/main" id="{AABD2876-584E-B461-DCE9-011FD09EB0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051B7-E8DC-D0AA-5B9F-2195722D1A73}"/>
              </a:ext>
            </a:extLst>
          </p:cNvPr>
          <p:cNvSpPr>
            <a:spLocks noGrp="1"/>
          </p:cNvSpPr>
          <p:nvPr>
            <p:ph type="sldNum" sz="quarter" idx="12"/>
          </p:nvPr>
        </p:nvSpPr>
        <p:spPr/>
        <p:txBody>
          <a:bodyPr/>
          <a:lstStyle/>
          <a:p>
            <a:fld id="{E8047ED3-22DF-44EF-9DFC-E4859EFB7EC4}" type="slidenum">
              <a:rPr lang="en-US" smtClean="0"/>
              <a:t>‹#›</a:t>
            </a:fld>
            <a:endParaRPr lang="en-US"/>
          </a:p>
        </p:txBody>
      </p:sp>
    </p:spTree>
    <p:extLst>
      <p:ext uri="{BB962C8B-B14F-4D97-AF65-F5344CB8AC3E}">
        <p14:creationId xmlns:p14="http://schemas.microsoft.com/office/powerpoint/2010/main" val="3859308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D26A0-18BC-ADBF-B339-08D72122CA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5C9607-AE53-E07D-2DBC-F14A8387E2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E52B84-D5A2-9922-2BAA-D98067109A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F4D0D1-CECD-3944-0F3B-470DB46DB6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B8263B-C0F3-DB0E-BF50-9AA3DD009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7E99EE-7BC5-39DA-C8B0-152C9479A313}"/>
              </a:ext>
            </a:extLst>
          </p:cNvPr>
          <p:cNvSpPr>
            <a:spLocks noGrp="1"/>
          </p:cNvSpPr>
          <p:nvPr>
            <p:ph type="dt" sz="half" idx="10"/>
          </p:nvPr>
        </p:nvSpPr>
        <p:spPr/>
        <p:txBody>
          <a:bodyPr/>
          <a:lstStyle/>
          <a:p>
            <a:fld id="{59A32BC3-6D49-4A55-86C8-7894BD9E47F0}" type="datetimeFigureOut">
              <a:rPr lang="en-US" smtClean="0"/>
              <a:t>5/12/2026</a:t>
            </a:fld>
            <a:endParaRPr lang="en-US"/>
          </a:p>
        </p:txBody>
      </p:sp>
      <p:sp>
        <p:nvSpPr>
          <p:cNvPr id="8" name="Footer Placeholder 7">
            <a:extLst>
              <a:ext uri="{FF2B5EF4-FFF2-40B4-BE49-F238E27FC236}">
                <a16:creationId xmlns:a16="http://schemas.microsoft.com/office/drawing/2014/main" id="{9FFA58B6-40D4-8E84-E308-452A7736C4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FF9B00F-BBB5-69A5-E693-3D677BE80380}"/>
              </a:ext>
            </a:extLst>
          </p:cNvPr>
          <p:cNvSpPr>
            <a:spLocks noGrp="1"/>
          </p:cNvSpPr>
          <p:nvPr>
            <p:ph type="sldNum" sz="quarter" idx="12"/>
          </p:nvPr>
        </p:nvSpPr>
        <p:spPr/>
        <p:txBody>
          <a:bodyPr/>
          <a:lstStyle/>
          <a:p>
            <a:fld id="{E8047ED3-22DF-44EF-9DFC-E4859EFB7EC4}" type="slidenum">
              <a:rPr lang="en-US" smtClean="0"/>
              <a:t>‹#›</a:t>
            </a:fld>
            <a:endParaRPr lang="en-US"/>
          </a:p>
        </p:txBody>
      </p:sp>
    </p:spTree>
    <p:extLst>
      <p:ext uri="{BB962C8B-B14F-4D97-AF65-F5344CB8AC3E}">
        <p14:creationId xmlns:p14="http://schemas.microsoft.com/office/powerpoint/2010/main" val="1602831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9480D-8D3A-94E3-F887-193C24A43F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A62E0D6-769F-D5C6-92AD-DE34ADF827ED}"/>
              </a:ext>
            </a:extLst>
          </p:cNvPr>
          <p:cNvSpPr>
            <a:spLocks noGrp="1"/>
          </p:cNvSpPr>
          <p:nvPr>
            <p:ph type="dt" sz="half" idx="10"/>
          </p:nvPr>
        </p:nvSpPr>
        <p:spPr/>
        <p:txBody>
          <a:bodyPr/>
          <a:lstStyle/>
          <a:p>
            <a:fld id="{59A32BC3-6D49-4A55-86C8-7894BD9E47F0}" type="datetimeFigureOut">
              <a:rPr lang="en-US" smtClean="0"/>
              <a:t>5/12/2026</a:t>
            </a:fld>
            <a:endParaRPr lang="en-US"/>
          </a:p>
        </p:txBody>
      </p:sp>
      <p:sp>
        <p:nvSpPr>
          <p:cNvPr id="4" name="Footer Placeholder 3">
            <a:extLst>
              <a:ext uri="{FF2B5EF4-FFF2-40B4-BE49-F238E27FC236}">
                <a16:creationId xmlns:a16="http://schemas.microsoft.com/office/drawing/2014/main" id="{FCC5A997-F4AC-4E07-C753-D2B378C5F4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AFEB47-B390-B7EB-F946-C617D7AEBC63}"/>
              </a:ext>
            </a:extLst>
          </p:cNvPr>
          <p:cNvSpPr>
            <a:spLocks noGrp="1"/>
          </p:cNvSpPr>
          <p:nvPr>
            <p:ph type="sldNum" sz="quarter" idx="12"/>
          </p:nvPr>
        </p:nvSpPr>
        <p:spPr/>
        <p:txBody>
          <a:bodyPr/>
          <a:lstStyle/>
          <a:p>
            <a:fld id="{E8047ED3-22DF-44EF-9DFC-E4859EFB7EC4}" type="slidenum">
              <a:rPr lang="en-US" smtClean="0"/>
              <a:t>‹#›</a:t>
            </a:fld>
            <a:endParaRPr lang="en-US"/>
          </a:p>
        </p:txBody>
      </p:sp>
    </p:spTree>
    <p:extLst>
      <p:ext uri="{BB962C8B-B14F-4D97-AF65-F5344CB8AC3E}">
        <p14:creationId xmlns:p14="http://schemas.microsoft.com/office/powerpoint/2010/main" val="2494134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6707AA-9A2E-1E98-AC76-C43B23F012F2}"/>
              </a:ext>
            </a:extLst>
          </p:cNvPr>
          <p:cNvSpPr>
            <a:spLocks noGrp="1"/>
          </p:cNvSpPr>
          <p:nvPr>
            <p:ph type="dt" sz="half" idx="10"/>
          </p:nvPr>
        </p:nvSpPr>
        <p:spPr/>
        <p:txBody>
          <a:bodyPr/>
          <a:lstStyle/>
          <a:p>
            <a:fld id="{59A32BC3-6D49-4A55-86C8-7894BD9E47F0}" type="datetimeFigureOut">
              <a:rPr lang="en-US" smtClean="0"/>
              <a:t>5/12/2026</a:t>
            </a:fld>
            <a:endParaRPr lang="en-US"/>
          </a:p>
        </p:txBody>
      </p:sp>
      <p:sp>
        <p:nvSpPr>
          <p:cNvPr id="3" name="Footer Placeholder 2">
            <a:extLst>
              <a:ext uri="{FF2B5EF4-FFF2-40B4-BE49-F238E27FC236}">
                <a16:creationId xmlns:a16="http://schemas.microsoft.com/office/drawing/2014/main" id="{3F872D92-5640-C9FD-3730-3AD1B0A01F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AB4751-A5D0-916B-ED6E-F4FD2933272D}"/>
              </a:ext>
            </a:extLst>
          </p:cNvPr>
          <p:cNvSpPr>
            <a:spLocks noGrp="1"/>
          </p:cNvSpPr>
          <p:nvPr>
            <p:ph type="sldNum" sz="quarter" idx="12"/>
          </p:nvPr>
        </p:nvSpPr>
        <p:spPr/>
        <p:txBody>
          <a:bodyPr/>
          <a:lstStyle/>
          <a:p>
            <a:fld id="{E8047ED3-22DF-44EF-9DFC-E4859EFB7EC4}" type="slidenum">
              <a:rPr lang="en-US" smtClean="0"/>
              <a:t>‹#›</a:t>
            </a:fld>
            <a:endParaRPr lang="en-US"/>
          </a:p>
        </p:txBody>
      </p:sp>
    </p:spTree>
    <p:extLst>
      <p:ext uri="{BB962C8B-B14F-4D97-AF65-F5344CB8AC3E}">
        <p14:creationId xmlns:p14="http://schemas.microsoft.com/office/powerpoint/2010/main" val="2795180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5E9DD-8FE8-2653-5C4B-C0AA482C00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3E6CBE-1933-4CFC-B258-D238BA7D3A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4727B5-730B-B08F-F3CF-3A1A1490C5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29E32C-9081-DDD6-0F5B-4256D662FB66}"/>
              </a:ext>
            </a:extLst>
          </p:cNvPr>
          <p:cNvSpPr>
            <a:spLocks noGrp="1"/>
          </p:cNvSpPr>
          <p:nvPr>
            <p:ph type="dt" sz="half" idx="10"/>
          </p:nvPr>
        </p:nvSpPr>
        <p:spPr/>
        <p:txBody>
          <a:bodyPr/>
          <a:lstStyle/>
          <a:p>
            <a:fld id="{59A32BC3-6D49-4A55-86C8-7894BD9E47F0}" type="datetimeFigureOut">
              <a:rPr lang="en-US" smtClean="0"/>
              <a:t>5/12/2026</a:t>
            </a:fld>
            <a:endParaRPr lang="en-US"/>
          </a:p>
        </p:txBody>
      </p:sp>
      <p:sp>
        <p:nvSpPr>
          <p:cNvPr id="6" name="Footer Placeholder 5">
            <a:extLst>
              <a:ext uri="{FF2B5EF4-FFF2-40B4-BE49-F238E27FC236}">
                <a16:creationId xmlns:a16="http://schemas.microsoft.com/office/drawing/2014/main" id="{F06841F1-0502-D37A-5C45-3034D97E53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D47026-92B9-E508-DA60-5A049A874B6A}"/>
              </a:ext>
            </a:extLst>
          </p:cNvPr>
          <p:cNvSpPr>
            <a:spLocks noGrp="1"/>
          </p:cNvSpPr>
          <p:nvPr>
            <p:ph type="sldNum" sz="quarter" idx="12"/>
          </p:nvPr>
        </p:nvSpPr>
        <p:spPr/>
        <p:txBody>
          <a:bodyPr/>
          <a:lstStyle/>
          <a:p>
            <a:fld id="{E8047ED3-22DF-44EF-9DFC-E4859EFB7EC4}" type="slidenum">
              <a:rPr lang="en-US" smtClean="0"/>
              <a:t>‹#›</a:t>
            </a:fld>
            <a:endParaRPr lang="en-US"/>
          </a:p>
        </p:txBody>
      </p:sp>
    </p:spTree>
    <p:extLst>
      <p:ext uri="{BB962C8B-B14F-4D97-AF65-F5344CB8AC3E}">
        <p14:creationId xmlns:p14="http://schemas.microsoft.com/office/powerpoint/2010/main" val="1284432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B0709-774A-2B73-FCC2-638F45E898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D8603E-4D10-4FBC-BE86-0382D308C2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829E75-CB70-427A-D4C0-8E52A41201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FFAF22-7B79-C188-C618-2CADB4D4CBF6}"/>
              </a:ext>
            </a:extLst>
          </p:cNvPr>
          <p:cNvSpPr>
            <a:spLocks noGrp="1"/>
          </p:cNvSpPr>
          <p:nvPr>
            <p:ph type="dt" sz="half" idx="10"/>
          </p:nvPr>
        </p:nvSpPr>
        <p:spPr/>
        <p:txBody>
          <a:bodyPr/>
          <a:lstStyle/>
          <a:p>
            <a:fld id="{59A32BC3-6D49-4A55-86C8-7894BD9E47F0}" type="datetimeFigureOut">
              <a:rPr lang="en-US" smtClean="0"/>
              <a:t>5/12/2026</a:t>
            </a:fld>
            <a:endParaRPr lang="en-US"/>
          </a:p>
        </p:txBody>
      </p:sp>
      <p:sp>
        <p:nvSpPr>
          <p:cNvPr id="6" name="Footer Placeholder 5">
            <a:extLst>
              <a:ext uri="{FF2B5EF4-FFF2-40B4-BE49-F238E27FC236}">
                <a16:creationId xmlns:a16="http://schemas.microsoft.com/office/drawing/2014/main" id="{71B6DC6C-4BEA-90F8-5D50-EDDD3C3C86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6B5BB6-36CB-0E78-D961-302C32AF41DD}"/>
              </a:ext>
            </a:extLst>
          </p:cNvPr>
          <p:cNvSpPr>
            <a:spLocks noGrp="1"/>
          </p:cNvSpPr>
          <p:nvPr>
            <p:ph type="sldNum" sz="quarter" idx="12"/>
          </p:nvPr>
        </p:nvSpPr>
        <p:spPr/>
        <p:txBody>
          <a:bodyPr/>
          <a:lstStyle/>
          <a:p>
            <a:fld id="{E8047ED3-22DF-44EF-9DFC-E4859EFB7EC4}" type="slidenum">
              <a:rPr lang="en-US" smtClean="0"/>
              <a:t>‹#›</a:t>
            </a:fld>
            <a:endParaRPr lang="en-US"/>
          </a:p>
        </p:txBody>
      </p:sp>
    </p:spTree>
    <p:extLst>
      <p:ext uri="{BB962C8B-B14F-4D97-AF65-F5344CB8AC3E}">
        <p14:creationId xmlns:p14="http://schemas.microsoft.com/office/powerpoint/2010/main" val="251739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A644E-1E87-A20F-81E4-E95C1D23E9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3778F3-A67B-CF3D-B779-94A40EB826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8B741B-567C-73DC-B6E7-35A87C2938EC}"/>
              </a:ext>
            </a:extLst>
          </p:cNvPr>
          <p:cNvSpPr>
            <a:spLocks noGrp="1"/>
          </p:cNvSpPr>
          <p:nvPr>
            <p:ph type="dt" sz="half" idx="10"/>
          </p:nvPr>
        </p:nvSpPr>
        <p:spPr/>
        <p:txBody>
          <a:bodyPr/>
          <a:lstStyle/>
          <a:p>
            <a:fld id="{59A32BC3-6D49-4A55-86C8-7894BD9E47F0}" type="datetimeFigureOut">
              <a:rPr lang="en-US" smtClean="0"/>
              <a:t>5/12/2026</a:t>
            </a:fld>
            <a:endParaRPr lang="en-US"/>
          </a:p>
        </p:txBody>
      </p:sp>
      <p:sp>
        <p:nvSpPr>
          <p:cNvPr id="5" name="Footer Placeholder 4">
            <a:extLst>
              <a:ext uri="{FF2B5EF4-FFF2-40B4-BE49-F238E27FC236}">
                <a16:creationId xmlns:a16="http://schemas.microsoft.com/office/drawing/2014/main" id="{50B467B8-1411-63D7-515C-75AE7E12C6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891C51-1562-8B8E-2679-46BEA5F2E1C5}"/>
              </a:ext>
            </a:extLst>
          </p:cNvPr>
          <p:cNvSpPr>
            <a:spLocks noGrp="1"/>
          </p:cNvSpPr>
          <p:nvPr>
            <p:ph type="sldNum" sz="quarter" idx="12"/>
          </p:nvPr>
        </p:nvSpPr>
        <p:spPr/>
        <p:txBody>
          <a:bodyPr/>
          <a:lstStyle/>
          <a:p>
            <a:fld id="{E8047ED3-22DF-44EF-9DFC-E4859EFB7EC4}" type="slidenum">
              <a:rPr lang="en-US" smtClean="0"/>
              <a:t>‹#›</a:t>
            </a:fld>
            <a:endParaRPr lang="en-US"/>
          </a:p>
        </p:txBody>
      </p:sp>
    </p:spTree>
    <p:extLst>
      <p:ext uri="{BB962C8B-B14F-4D97-AF65-F5344CB8AC3E}">
        <p14:creationId xmlns:p14="http://schemas.microsoft.com/office/powerpoint/2010/main" val="2984745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2B2E5F-7692-398C-6ADB-FC49B9CE1D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B0F109-B5DB-FCC5-409B-2BDDB4FD30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69A59-1108-5198-3DCF-67C0A9A44368}"/>
              </a:ext>
            </a:extLst>
          </p:cNvPr>
          <p:cNvSpPr>
            <a:spLocks noGrp="1"/>
          </p:cNvSpPr>
          <p:nvPr>
            <p:ph type="dt" sz="half" idx="10"/>
          </p:nvPr>
        </p:nvSpPr>
        <p:spPr/>
        <p:txBody>
          <a:bodyPr/>
          <a:lstStyle/>
          <a:p>
            <a:fld id="{59A32BC3-6D49-4A55-86C8-7894BD9E47F0}" type="datetimeFigureOut">
              <a:rPr lang="en-US" smtClean="0"/>
              <a:t>5/12/2026</a:t>
            </a:fld>
            <a:endParaRPr lang="en-US"/>
          </a:p>
        </p:txBody>
      </p:sp>
      <p:sp>
        <p:nvSpPr>
          <p:cNvPr id="5" name="Footer Placeholder 4">
            <a:extLst>
              <a:ext uri="{FF2B5EF4-FFF2-40B4-BE49-F238E27FC236}">
                <a16:creationId xmlns:a16="http://schemas.microsoft.com/office/drawing/2014/main" id="{BA7F475B-19A1-88A8-2180-A25F105450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4C319D-187C-6063-5C17-244E15DECF2B}"/>
              </a:ext>
            </a:extLst>
          </p:cNvPr>
          <p:cNvSpPr>
            <a:spLocks noGrp="1"/>
          </p:cNvSpPr>
          <p:nvPr>
            <p:ph type="sldNum" sz="quarter" idx="12"/>
          </p:nvPr>
        </p:nvSpPr>
        <p:spPr/>
        <p:txBody>
          <a:bodyPr/>
          <a:lstStyle/>
          <a:p>
            <a:fld id="{E8047ED3-22DF-44EF-9DFC-E4859EFB7EC4}" type="slidenum">
              <a:rPr lang="en-US" smtClean="0"/>
              <a:t>‹#›</a:t>
            </a:fld>
            <a:endParaRPr lang="en-US"/>
          </a:p>
        </p:txBody>
      </p:sp>
    </p:spTree>
    <p:extLst>
      <p:ext uri="{BB962C8B-B14F-4D97-AF65-F5344CB8AC3E}">
        <p14:creationId xmlns:p14="http://schemas.microsoft.com/office/powerpoint/2010/main" val="3850576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B3C6A1-C6B2-2E5C-7390-4EC034B48E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29882A-8741-5E32-4976-17582842B2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EE45CF-C46B-76F4-6D07-4C4DB9CDEE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A32BC3-6D49-4A55-86C8-7894BD9E47F0}" type="datetimeFigureOut">
              <a:rPr lang="en-US" smtClean="0"/>
              <a:t>5/12/2026</a:t>
            </a:fld>
            <a:endParaRPr lang="en-US"/>
          </a:p>
        </p:txBody>
      </p:sp>
      <p:sp>
        <p:nvSpPr>
          <p:cNvPr id="5" name="Footer Placeholder 4">
            <a:extLst>
              <a:ext uri="{FF2B5EF4-FFF2-40B4-BE49-F238E27FC236}">
                <a16:creationId xmlns:a16="http://schemas.microsoft.com/office/drawing/2014/main" id="{ED855EBE-023A-CF40-CFE7-1B5071A377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7CC3989-95C7-9827-FE03-2A0D998417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047ED3-22DF-44EF-9DFC-E4859EFB7EC4}" type="slidenum">
              <a:rPr lang="en-US" smtClean="0"/>
              <a:t>‹#›</a:t>
            </a:fld>
            <a:endParaRPr lang="en-US"/>
          </a:p>
        </p:txBody>
      </p:sp>
    </p:spTree>
    <p:extLst>
      <p:ext uri="{BB962C8B-B14F-4D97-AF65-F5344CB8AC3E}">
        <p14:creationId xmlns:p14="http://schemas.microsoft.com/office/powerpoint/2010/main" val="4200754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retool.com/reports/state-of-ai-2023"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5A314-25CD-D8D1-FF5F-0F3B3AC71305}"/>
              </a:ext>
            </a:extLst>
          </p:cNvPr>
          <p:cNvSpPr>
            <a:spLocks noGrp="1"/>
          </p:cNvSpPr>
          <p:nvPr>
            <p:ph type="ctrTitle"/>
          </p:nvPr>
        </p:nvSpPr>
        <p:spPr/>
        <p:txBody>
          <a:bodyPr>
            <a:normAutofit fontScale="90000"/>
          </a:bodyPr>
          <a:lstStyle/>
          <a:p>
            <a:r>
              <a:rPr lang="en-IN" b="1" dirty="0"/>
              <a:t>RAG for Demand forecasting</a:t>
            </a:r>
            <a:br>
              <a:rPr lang="en-IN" b="1" dirty="0"/>
            </a:br>
            <a:endParaRPr lang="en-US" dirty="0"/>
          </a:p>
        </p:txBody>
      </p:sp>
      <p:sp>
        <p:nvSpPr>
          <p:cNvPr id="3" name="Subtitle 2">
            <a:extLst>
              <a:ext uri="{FF2B5EF4-FFF2-40B4-BE49-F238E27FC236}">
                <a16:creationId xmlns:a16="http://schemas.microsoft.com/office/drawing/2014/main" id="{9AD1287C-FB5A-FACF-6B0F-4CADA8F13B3A}"/>
              </a:ext>
            </a:extLst>
          </p:cNvPr>
          <p:cNvSpPr>
            <a:spLocks noGrp="1"/>
          </p:cNvSpPr>
          <p:nvPr>
            <p:ph type="subTitle" idx="1"/>
          </p:nvPr>
        </p:nvSpPr>
        <p:spPr>
          <a:xfrm>
            <a:off x="1524000" y="3602038"/>
            <a:ext cx="9144000" cy="1949676"/>
          </a:xfrm>
        </p:spPr>
        <p:txBody>
          <a:bodyPr>
            <a:normAutofit/>
          </a:bodyPr>
          <a:lstStyle/>
          <a:p>
            <a:r>
              <a:rPr lang="en-IN" dirty="0"/>
              <a:t>The Demand Forecasting Manager continuously </a:t>
            </a:r>
            <a:r>
              <a:rPr lang="en-IN" dirty="0" err="1"/>
              <a:t>analyzes</a:t>
            </a:r>
            <a:r>
              <a:rPr lang="en-IN" dirty="0"/>
              <a:t> sales patterns and market signals to generate accurate demand predictions using RAG to retrieve relevant market research, industry reports, and economic analysis from multiple sources.</a:t>
            </a:r>
            <a:br>
              <a:rPr lang="en-IN" dirty="0"/>
            </a:br>
            <a:endParaRPr lang="en-US" dirty="0"/>
          </a:p>
        </p:txBody>
      </p:sp>
    </p:spTree>
    <p:extLst>
      <p:ext uri="{BB962C8B-B14F-4D97-AF65-F5344CB8AC3E}">
        <p14:creationId xmlns:p14="http://schemas.microsoft.com/office/powerpoint/2010/main" val="1395457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0CBC0-0EFE-F52A-C509-42BD02C35610}"/>
              </a:ext>
            </a:extLst>
          </p:cNvPr>
          <p:cNvSpPr>
            <a:spLocks noGrp="1"/>
          </p:cNvSpPr>
          <p:nvPr>
            <p:ph type="title"/>
          </p:nvPr>
        </p:nvSpPr>
        <p:spPr/>
        <p:txBody>
          <a:bodyPr/>
          <a:lstStyle/>
          <a:p>
            <a:r>
              <a:rPr lang="en-US" dirty="0"/>
              <a:t>Introduction &amp; motivation </a:t>
            </a:r>
          </a:p>
        </p:txBody>
      </p:sp>
      <p:sp>
        <p:nvSpPr>
          <p:cNvPr id="3" name="Content Placeholder 2">
            <a:extLst>
              <a:ext uri="{FF2B5EF4-FFF2-40B4-BE49-F238E27FC236}">
                <a16:creationId xmlns:a16="http://schemas.microsoft.com/office/drawing/2014/main" id="{941B4AF2-E8D8-29DE-D185-C687F23D7A04}"/>
              </a:ext>
            </a:extLst>
          </p:cNvPr>
          <p:cNvSpPr>
            <a:spLocks noGrp="1"/>
          </p:cNvSpPr>
          <p:nvPr>
            <p:ph idx="1"/>
          </p:nvPr>
        </p:nvSpPr>
        <p:spPr/>
        <p:txBody>
          <a:bodyPr>
            <a:normAutofit lnSpcReduction="10000"/>
          </a:bodyPr>
          <a:lstStyle/>
          <a:p>
            <a:r>
              <a:rPr lang="en-US" dirty="0"/>
              <a:t>RAG is a framework for improving model performance by augmenting prompts with relevant data outside the foundational model, grounding LLM responses on real, trustworthy information. Users can easily “drag and drop” their company documents into a vector database, enabling a LLM to answer questions about these documents efficiently.</a:t>
            </a:r>
          </a:p>
          <a:p>
            <a:r>
              <a:rPr lang="en-US" dirty="0"/>
              <a:t>According to the </a:t>
            </a:r>
            <a:r>
              <a:rPr lang="en-US" u="sng" dirty="0">
                <a:hlinkClick r:id="rId2"/>
              </a:rPr>
              <a:t>2025 Retool Report</a:t>
            </a:r>
            <a:r>
              <a:rPr lang="en-US" dirty="0"/>
              <a:t>, an impressive 36.2% of enterprise LLM use cases now employ RAG technology. RAG brings the power of LLMs to structured and unstructured data, making enterprise information retrieval more effective and efficient than ever.</a:t>
            </a:r>
          </a:p>
        </p:txBody>
      </p:sp>
    </p:spTree>
    <p:extLst>
      <p:ext uri="{BB962C8B-B14F-4D97-AF65-F5344CB8AC3E}">
        <p14:creationId xmlns:p14="http://schemas.microsoft.com/office/powerpoint/2010/main" val="3531760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0A39A-4436-F643-4FEA-28BF929E9B9B}"/>
              </a:ext>
            </a:extLst>
          </p:cNvPr>
          <p:cNvSpPr>
            <a:spLocks noGrp="1"/>
          </p:cNvSpPr>
          <p:nvPr>
            <p:ph type="title"/>
          </p:nvPr>
        </p:nvSpPr>
        <p:spPr/>
        <p:txBody>
          <a:bodyPr/>
          <a:lstStyle/>
          <a:p>
            <a:r>
              <a:rPr lang="en-US" dirty="0"/>
              <a:t>Background &amp; prerequisites </a:t>
            </a:r>
          </a:p>
        </p:txBody>
      </p:sp>
      <p:sp>
        <p:nvSpPr>
          <p:cNvPr id="3" name="Content Placeholder 2">
            <a:extLst>
              <a:ext uri="{FF2B5EF4-FFF2-40B4-BE49-F238E27FC236}">
                <a16:creationId xmlns:a16="http://schemas.microsoft.com/office/drawing/2014/main" id="{D9B49307-AE10-8F7A-0412-A6146C33ACD3}"/>
              </a:ext>
            </a:extLst>
          </p:cNvPr>
          <p:cNvSpPr>
            <a:spLocks noGrp="1"/>
          </p:cNvSpPr>
          <p:nvPr>
            <p:ph idx="1"/>
          </p:nvPr>
        </p:nvSpPr>
        <p:spPr/>
        <p:txBody>
          <a:bodyPr/>
          <a:lstStyle/>
          <a:p>
            <a:r>
              <a:rPr lang="en-IN" dirty="0"/>
              <a:t>An Azure ai search resource</a:t>
            </a:r>
          </a:p>
          <a:p>
            <a:r>
              <a:rPr lang="en-IN" dirty="0"/>
              <a:t>Databricks workspace</a:t>
            </a:r>
          </a:p>
          <a:p>
            <a:r>
              <a:rPr lang="en-IN" dirty="0"/>
              <a:t>Open AI model(</a:t>
            </a:r>
            <a:r>
              <a:rPr lang="en-IN" dirty="0" err="1"/>
              <a:t>gpt</a:t>
            </a:r>
            <a:r>
              <a:rPr lang="en-IN" dirty="0"/>
              <a:t> 4.0)</a:t>
            </a:r>
            <a:endParaRPr lang="en-US" dirty="0"/>
          </a:p>
        </p:txBody>
      </p:sp>
    </p:spTree>
    <p:extLst>
      <p:ext uri="{BB962C8B-B14F-4D97-AF65-F5344CB8AC3E}">
        <p14:creationId xmlns:p14="http://schemas.microsoft.com/office/powerpoint/2010/main" val="358138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0F57E-9EEF-F197-60F9-3D4489D7FDA5}"/>
              </a:ext>
            </a:extLst>
          </p:cNvPr>
          <p:cNvSpPr>
            <a:spLocks noGrp="1"/>
          </p:cNvSpPr>
          <p:nvPr>
            <p:ph type="title"/>
          </p:nvPr>
        </p:nvSpPr>
        <p:spPr/>
        <p:txBody>
          <a:bodyPr/>
          <a:lstStyle/>
          <a:p>
            <a:r>
              <a:rPr lang="en-US" dirty="0"/>
              <a:t>Core technical content -</a:t>
            </a:r>
            <a:r>
              <a:rPr lang="en-IN" dirty="0"/>
              <a:t>Architecture diagram</a:t>
            </a:r>
            <a:endParaRPr lang="en-US" dirty="0"/>
          </a:p>
        </p:txBody>
      </p:sp>
      <p:pic>
        <p:nvPicPr>
          <p:cNvPr id="9" name="Content Placeholder 8">
            <a:extLst>
              <a:ext uri="{FF2B5EF4-FFF2-40B4-BE49-F238E27FC236}">
                <a16:creationId xmlns:a16="http://schemas.microsoft.com/office/drawing/2014/main" id="{8BBB2247-E695-AEA8-C0F1-2FFBE821EBB5}"/>
              </a:ext>
            </a:extLst>
          </p:cNvPr>
          <p:cNvPicPr>
            <a:picLocks noGrp="1" noChangeAspect="1"/>
          </p:cNvPicPr>
          <p:nvPr>
            <p:ph idx="1"/>
          </p:nvPr>
        </p:nvPicPr>
        <p:blipFill>
          <a:blip r:embed="rId2"/>
          <a:stretch>
            <a:fillRect/>
          </a:stretch>
        </p:blipFill>
        <p:spPr>
          <a:xfrm>
            <a:off x="3095471" y="1877110"/>
            <a:ext cx="6001058" cy="4248368"/>
          </a:xfrm>
          <a:prstGeom prst="rect">
            <a:avLst/>
          </a:prstGeom>
        </p:spPr>
      </p:pic>
    </p:spTree>
    <p:extLst>
      <p:ext uri="{BB962C8B-B14F-4D97-AF65-F5344CB8AC3E}">
        <p14:creationId xmlns:p14="http://schemas.microsoft.com/office/powerpoint/2010/main" val="3514559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BAF9D-7B02-5C15-B514-AEF74C5E1E3F}"/>
              </a:ext>
            </a:extLst>
          </p:cNvPr>
          <p:cNvSpPr>
            <a:spLocks noGrp="1"/>
          </p:cNvSpPr>
          <p:nvPr>
            <p:ph type="title"/>
          </p:nvPr>
        </p:nvSpPr>
        <p:spPr/>
        <p:txBody>
          <a:bodyPr/>
          <a:lstStyle/>
          <a:p>
            <a:r>
              <a:rPr lang="en-US" dirty="0"/>
              <a:t>Comparison with existing Approaches </a:t>
            </a:r>
          </a:p>
        </p:txBody>
      </p:sp>
      <p:sp>
        <p:nvSpPr>
          <p:cNvPr id="3" name="Content Placeholder 2">
            <a:extLst>
              <a:ext uri="{FF2B5EF4-FFF2-40B4-BE49-F238E27FC236}">
                <a16:creationId xmlns:a16="http://schemas.microsoft.com/office/drawing/2014/main" id="{1B9515CD-DFAF-E6F8-3174-1C3D17771B61}"/>
              </a:ext>
            </a:extLst>
          </p:cNvPr>
          <p:cNvSpPr>
            <a:spLocks noGrp="1"/>
          </p:cNvSpPr>
          <p:nvPr>
            <p:ph idx="1"/>
          </p:nvPr>
        </p:nvSpPr>
        <p:spPr/>
        <p:txBody>
          <a:bodyPr/>
          <a:lstStyle/>
          <a:p>
            <a:r>
              <a:rPr lang="en-US" dirty="0"/>
              <a:t>RAG's hybrid structure allows it to address the challenges of knowledge obsolescence and factual grounding, making it a promising approach for future AI systems</a:t>
            </a:r>
          </a:p>
          <a:p>
            <a:endParaRPr lang="en-US" dirty="0"/>
          </a:p>
        </p:txBody>
      </p:sp>
    </p:spTree>
    <p:extLst>
      <p:ext uri="{BB962C8B-B14F-4D97-AF65-F5344CB8AC3E}">
        <p14:creationId xmlns:p14="http://schemas.microsoft.com/office/powerpoint/2010/main" val="4029014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138DF-0B3D-FAED-BF46-730CC73549F7}"/>
              </a:ext>
            </a:extLst>
          </p:cNvPr>
          <p:cNvSpPr>
            <a:spLocks noGrp="1"/>
          </p:cNvSpPr>
          <p:nvPr>
            <p:ph type="title"/>
          </p:nvPr>
        </p:nvSpPr>
        <p:spPr/>
        <p:txBody>
          <a:bodyPr/>
          <a:lstStyle/>
          <a:p>
            <a:r>
              <a:rPr lang="en-US" dirty="0"/>
              <a:t>Results </a:t>
            </a:r>
          </a:p>
        </p:txBody>
      </p:sp>
      <p:pic>
        <p:nvPicPr>
          <p:cNvPr id="9" name="Content Placeholder 8">
            <a:extLst>
              <a:ext uri="{FF2B5EF4-FFF2-40B4-BE49-F238E27FC236}">
                <a16:creationId xmlns:a16="http://schemas.microsoft.com/office/drawing/2014/main" id="{6C6427BB-7BD5-CDA9-558F-D5077469776F}"/>
              </a:ext>
            </a:extLst>
          </p:cNvPr>
          <p:cNvPicPr>
            <a:picLocks noGrp="1" noChangeAspect="1"/>
          </p:cNvPicPr>
          <p:nvPr>
            <p:ph idx="1"/>
          </p:nvPr>
        </p:nvPicPr>
        <p:blipFill>
          <a:blip r:embed="rId2"/>
          <a:stretch>
            <a:fillRect/>
          </a:stretch>
        </p:blipFill>
        <p:spPr>
          <a:xfrm>
            <a:off x="1895259" y="2029517"/>
            <a:ext cx="8401482" cy="3943553"/>
          </a:xfrm>
          <a:prstGeom prst="rect">
            <a:avLst/>
          </a:prstGeom>
        </p:spPr>
      </p:pic>
    </p:spTree>
    <p:extLst>
      <p:ext uri="{BB962C8B-B14F-4D97-AF65-F5344CB8AC3E}">
        <p14:creationId xmlns:p14="http://schemas.microsoft.com/office/powerpoint/2010/main" val="980325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48D74-C648-4C31-B7BE-66DBAB7CE52C}"/>
              </a:ext>
            </a:extLst>
          </p:cNvPr>
          <p:cNvSpPr>
            <a:spLocks noGrp="1"/>
          </p:cNvSpPr>
          <p:nvPr>
            <p:ph type="title"/>
          </p:nvPr>
        </p:nvSpPr>
        <p:spPr/>
        <p:txBody>
          <a:bodyPr/>
          <a:lstStyle/>
          <a:p>
            <a:r>
              <a:rPr lang="en-US" dirty="0"/>
              <a:t>Open problems &amp; future directions </a:t>
            </a:r>
          </a:p>
        </p:txBody>
      </p:sp>
      <p:sp>
        <p:nvSpPr>
          <p:cNvPr id="3" name="Content Placeholder 2">
            <a:extLst>
              <a:ext uri="{FF2B5EF4-FFF2-40B4-BE49-F238E27FC236}">
                <a16:creationId xmlns:a16="http://schemas.microsoft.com/office/drawing/2014/main" id="{26630216-6DFB-113D-AAE7-8E5F55B2C610}"/>
              </a:ext>
            </a:extLst>
          </p:cNvPr>
          <p:cNvSpPr>
            <a:spLocks noGrp="1"/>
          </p:cNvSpPr>
          <p:nvPr>
            <p:ph idx="1"/>
          </p:nvPr>
        </p:nvSpPr>
        <p:spPr/>
        <p:txBody>
          <a:bodyPr/>
          <a:lstStyle/>
          <a:p>
            <a:r>
              <a:rPr lang="en-US" dirty="0"/>
              <a:t>Find accuracy and legitimacy in information</a:t>
            </a:r>
          </a:p>
        </p:txBody>
      </p:sp>
    </p:spTree>
    <p:extLst>
      <p:ext uri="{BB962C8B-B14F-4D97-AF65-F5344CB8AC3E}">
        <p14:creationId xmlns:p14="http://schemas.microsoft.com/office/powerpoint/2010/main" val="3100144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df3522f-8c42-44b0-bea3-7f162a60ea50}" enabled="1" method="Standard" siteId="{63982aff-fb6c-4c22-973b-70e4acfb63e6}" removed="0"/>
</clbl:labelList>
</file>

<file path=docProps/app.xml><?xml version="1.0" encoding="utf-8"?>
<Properties xmlns="http://schemas.openxmlformats.org/officeDocument/2006/extended-properties" xmlns:vt="http://schemas.openxmlformats.org/officeDocument/2006/docPropsVTypes">
  <TotalTime>40</TotalTime>
  <Words>206</Words>
  <Application>Microsoft Office PowerPoint</Application>
  <PresentationFormat>Widescreen</PresentationFormat>
  <Paragraphs>15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RAG for Demand forecasting </vt:lpstr>
      <vt:lpstr>Introduction &amp; motivation </vt:lpstr>
      <vt:lpstr>Background &amp; prerequisites </vt:lpstr>
      <vt:lpstr>Core technical content -Architecture diagram</vt:lpstr>
      <vt:lpstr>Comparison with existing Approaches </vt:lpstr>
      <vt:lpstr>Results </vt:lpstr>
      <vt:lpstr>Open problems &amp; future directions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Smitha Puliyath</dc:creator>
  <cp:lastModifiedBy>Smitha Puliyath</cp:lastModifiedBy>
  <cp:revision>1</cp:revision>
  <dcterms:created xsi:type="dcterms:W3CDTF">2026-05-03T15:59:50Z</dcterms:created>
  <dcterms:modified xsi:type="dcterms:W3CDTF">2026-05-12T10:51:29Z</dcterms:modified>
</cp:coreProperties>
</file>